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1371600" cy="6260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89711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6A5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by Flor Pérsico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155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Tu recorrido AT WORK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6A5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5 meses · 20 semanas · qué vas a poder hacer al terminar cada etapa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377440"/>
            <a:ext cx="1711452" cy="3063240"/>
          </a:xfrm>
          <a:prstGeom prst="roundRect">
            <a:avLst>
              <a:gd name="adj" fmla="val 7480"/>
            </a:avLst>
          </a:prstGeom>
          <a:solidFill>
            <a:srgbClr val="FBF2D0"/>
          </a:solidFill>
          <a:ln w="12700">
            <a:solidFill>
              <a:srgbClr val="EDE5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578608"/>
            <a:ext cx="502920" cy="502920"/>
          </a:xfrm>
          <a:prstGeom prst="ellipse">
            <a:avLst/>
          </a:prstGeom>
          <a:solidFill>
            <a:srgbClr val="81552E"/>
          </a:solidFill>
          <a:ln w="12700">
            <a:solidFill>
              <a:srgbClr val="81552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706624"/>
            <a:ext cx="246888" cy="2468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3200400"/>
            <a:ext cx="1437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68C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SEMANA 1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456432"/>
            <a:ext cx="14371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8155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Onboarding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160520"/>
            <a:ext cx="13914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spc="150" kern="0" dirty="0">
                <a:solidFill>
                  <a:srgbClr val="8A6A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 TERMINAR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 sistema de trabajo queda instalado y tienes tu Starting Point.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2241804" y="37261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8C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2424684" y="2377440"/>
            <a:ext cx="1711452" cy="3063240"/>
          </a:xfrm>
          <a:prstGeom prst="roundRect">
            <a:avLst>
              <a:gd name="adj" fmla="val 7480"/>
            </a:avLst>
          </a:prstGeom>
          <a:solidFill>
            <a:srgbClr val="FFFDF9"/>
          </a:solidFill>
          <a:ln w="12700">
            <a:solidFill>
              <a:srgbClr val="EDE5C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607564" y="2578608"/>
            <a:ext cx="502920" cy="502920"/>
          </a:xfrm>
          <a:prstGeom prst="ellipse">
            <a:avLst/>
          </a:prstGeom>
          <a:solidFill>
            <a:srgbClr val="81552E"/>
          </a:solidFill>
          <a:ln w="12700">
            <a:solidFill>
              <a:srgbClr val="81552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580" y="2706624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607564" y="3200400"/>
            <a:ext cx="1437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68C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SEMANAS 2–4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2607564" y="3456432"/>
            <a:ext cx="14371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8155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Activate Your English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2607564" y="4160520"/>
            <a:ext cx="13914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spc="150" kern="0" dirty="0">
                <a:solidFill>
                  <a:srgbClr val="8A6A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 TERMINAR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Conviertes situaciones reales de tu trabajo en práctica y activas el inglés que ya tienes.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4117848" y="37261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8C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4300728" y="2377440"/>
            <a:ext cx="1711452" cy="3063240"/>
          </a:xfrm>
          <a:prstGeom prst="roundRect">
            <a:avLst>
              <a:gd name="adj" fmla="val 7480"/>
            </a:avLst>
          </a:prstGeom>
          <a:solidFill>
            <a:srgbClr val="FFFDF9"/>
          </a:solidFill>
          <a:ln w="12700">
            <a:solidFill>
              <a:srgbClr val="EDE5C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483608" y="2578608"/>
            <a:ext cx="502920" cy="502920"/>
          </a:xfrm>
          <a:prstGeom prst="ellipse">
            <a:avLst/>
          </a:prstGeom>
          <a:solidFill>
            <a:srgbClr val="81552E"/>
          </a:solidFill>
          <a:ln w="12700">
            <a:solidFill>
              <a:srgbClr val="81552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1624" y="2706624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483608" y="3200400"/>
            <a:ext cx="1437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68C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SEMANAS 5–10</a:t>
            </a:r>
            <a:endParaRPr lang="en-US" sz="950" dirty="0"/>
          </a:p>
        </p:txBody>
      </p:sp>
      <p:sp>
        <p:nvSpPr>
          <p:cNvPr id="24" name="Text 18"/>
          <p:cNvSpPr txBox="1"/>
          <p:nvPr/>
        </p:nvSpPr>
        <p:spPr>
          <a:xfrm>
            <a:off x="4483608" y="3456432"/>
            <a:ext cx="14371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8155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Communicate in Real Time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4483608" y="4160520"/>
            <a:ext cx="13914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spc="150" kern="0" dirty="0">
                <a:solidFill>
                  <a:srgbClr val="8A6A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 TERMINAR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Organizas y sostienes mensajes claros en tiempo real, sin depender de un guion.</a:t>
            </a:r>
            <a:endParaRPr lang="en-US" sz="850" dirty="0"/>
          </a:p>
        </p:txBody>
      </p:sp>
      <p:sp>
        <p:nvSpPr>
          <p:cNvPr id="26" name="Text 20"/>
          <p:cNvSpPr txBox="1"/>
          <p:nvPr/>
        </p:nvSpPr>
        <p:spPr>
          <a:xfrm>
            <a:off x="5993892" y="37261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8C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6176772" y="2377440"/>
            <a:ext cx="1711452" cy="3063240"/>
          </a:xfrm>
          <a:prstGeom prst="roundRect">
            <a:avLst>
              <a:gd name="adj" fmla="val 7480"/>
            </a:avLst>
          </a:prstGeom>
          <a:solidFill>
            <a:srgbClr val="FFFDF9"/>
          </a:solidFill>
          <a:ln w="12700">
            <a:solidFill>
              <a:srgbClr val="EDE5C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359652" y="2578608"/>
            <a:ext cx="502920" cy="502920"/>
          </a:xfrm>
          <a:prstGeom prst="ellipse">
            <a:avLst/>
          </a:prstGeom>
          <a:solidFill>
            <a:srgbClr val="81552E"/>
          </a:solidFill>
          <a:ln w="12700">
            <a:solidFill>
              <a:srgbClr val="81552E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668" y="2706624"/>
            <a:ext cx="246888" cy="24688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359652" y="3200400"/>
            <a:ext cx="1437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68C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SEMANAS 11–16</a:t>
            </a:r>
            <a:endParaRPr lang="en-US" sz="950" dirty="0"/>
          </a:p>
        </p:txBody>
      </p:sp>
      <p:sp>
        <p:nvSpPr>
          <p:cNvPr id="31" name="Text 24"/>
          <p:cNvSpPr txBox="1"/>
          <p:nvPr/>
        </p:nvSpPr>
        <p:spPr>
          <a:xfrm>
            <a:off x="6359652" y="3456432"/>
            <a:ext cx="14371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8155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Polish Your English</a:t>
            </a:r>
            <a:endParaRPr lang="en-US" sz="1450" dirty="0"/>
          </a:p>
        </p:txBody>
      </p:sp>
      <p:sp>
        <p:nvSpPr>
          <p:cNvPr id="32" name="Text 25"/>
          <p:cNvSpPr txBox="1"/>
          <p:nvPr/>
        </p:nvSpPr>
        <p:spPr>
          <a:xfrm>
            <a:off x="6359652" y="4160520"/>
            <a:ext cx="13914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spc="150" kern="0" dirty="0">
                <a:solidFill>
                  <a:srgbClr val="8A6A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 TERMINAR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Estabilizas los patrones que limitan tu claridad y precisión.</a:t>
            </a:r>
            <a:endParaRPr lang="en-US" sz="850" dirty="0"/>
          </a:p>
        </p:txBody>
      </p:sp>
      <p:sp>
        <p:nvSpPr>
          <p:cNvPr id="33" name="Text 26"/>
          <p:cNvSpPr txBox="1"/>
          <p:nvPr/>
        </p:nvSpPr>
        <p:spPr>
          <a:xfrm>
            <a:off x="7869936" y="37261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8C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8052816" y="2377440"/>
            <a:ext cx="1711452" cy="3063240"/>
          </a:xfrm>
          <a:prstGeom prst="roundRect">
            <a:avLst>
              <a:gd name="adj" fmla="val 7480"/>
            </a:avLst>
          </a:prstGeom>
          <a:solidFill>
            <a:srgbClr val="FFFDF9"/>
          </a:solidFill>
          <a:ln w="12700">
            <a:solidFill>
              <a:srgbClr val="EDE5CC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235696" y="2578608"/>
            <a:ext cx="502920" cy="502920"/>
          </a:xfrm>
          <a:prstGeom prst="ellipse">
            <a:avLst/>
          </a:prstGeom>
          <a:solidFill>
            <a:srgbClr val="81552E"/>
          </a:solidFill>
          <a:ln w="12700">
            <a:solidFill>
              <a:srgbClr val="81552E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3712" y="2706624"/>
            <a:ext cx="246888" cy="24688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235696" y="3200400"/>
            <a:ext cx="1437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68C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SEMANAS 17–19</a:t>
            </a:r>
            <a:endParaRPr lang="en-US" sz="950" dirty="0"/>
          </a:p>
        </p:txBody>
      </p:sp>
      <p:sp>
        <p:nvSpPr>
          <p:cNvPr id="38" name="Text 30"/>
          <p:cNvSpPr txBox="1"/>
          <p:nvPr/>
        </p:nvSpPr>
        <p:spPr>
          <a:xfrm>
            <a:off x="8235696" y="3456432"/>
            <a:ext cx="14371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8155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Understand &amp; Be Understood</a:t>
            </a:r>
            <a:endParaRPr lang="en-US" sz="1450" dirty="0"/>
          </a:p>
        </p:txBody>
      </p:sp>
      <p:sp>
        <p:nvSpPr>
          <p:cNvPr id="39" name="Text 31"/>
          <p:cNvSpPr txBox="1"/>
          <p:nvPr/>
        </p:nvSpPr>
        <p:spPr>
          <a:xfrm>
            <a:off x="8235696" y="4160520"/>
            <a:ext cx="13914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spc="150" kern="0" dirty="0">
                <a:solidFill>
                  <a:srgbClr val="8A6A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 TERMINAR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Entiendes mejor el inglés hablado y te haces entender con más facilidad.</a:t>
            </a:r>
            <a:endParaRPr lang="en-US" sz="850" dirty="0"/>
          </a:p>
        </p:txBody>
      </p:sp>
      <p:sp>
        <p:nvSpPr>
          <p:cNvPr id="40" name="Text 32"/>
          <p:cNvSpPr txBox="1"/>
          <p:nvPr/>
        </p:nvSpPr>
        <p:spPr>
          <a:xfrm>
            <a:off x="9745980" y="37261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8C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1" name="Shape 33"/>
          <p:cNvSpPr/>
          <p:nvPr/>
        </p:nvSpPr>
        <p:spPr>
          <a:xfrm>
            <a:off x="9928860" y="2377440"/>
            <a:ext cx="1711452" cy="3063240"/>
          </a:xfrm>
          <a:prstGeom prst="roundRect">
            <a:avLst>
              <a:gd name="adj" fmla="val 7480"/>
            </a:avLst>
          </a:prstGeom>
          <a:solidFill>
            <a:srgbClr val="81552E"/>
          </a:solidFill>
          <a:ln w="12700">
            <a:solidFill>
              <a:srgbClr val="81552E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10111740" y="2578608"/>
            <a:ext cx="502920" cy="502920"/>
          </a:xfrm>
          <a:prstGeom prst="ellipse">
            <a:avLst/>
          </a:prstGeom>
          <a:solidFill>
            <a:srgbClr val="C68C6C"/>
          </a:solidFill>
          <a:ln w="12700">
            <a:solidFill>
              <a:srgbClr val="C68C6C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9756" y="2706624"/>
            <a:ext cx="246888" cy="246888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0111740" y="3200400"/>
            <a:ext cx="1437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68C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SEMANA 20</a:t>
            </a:r>
            <a:endParaRPr lang="en-US" sz="950" dirty="0"/>
          </a:p>
        </p:txBody>
      </p:sp>
      <p:sp>
        <p:nvSpPr>
          <p:cNvPr id="45" name="Text 36"/>
          <p:cNvSpPr txBox="1"/>
          <p:nvPr/>
        </p:nvSpPr>
        <p:spPr>
          <a:xfrm>
            <a:off x="10111740" y="3456432"/>
            <a:ext cx="14371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5E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Review final / integración</a:t>
            </a:r>
            <a:endParaRPr lang="en-US" sz="1450" dirty="0"/>
          </a:p>
        </p:txBody>
      </p:sp>
      <p:sp>
        <p:nvSpPr>
          <p:cNvPr id="46" name="Text 37"/>
          <p:cNvSpPr txBox="1"/>
          <p:nvPr/>
        </p:nvSpPr>
        <p:spPr>
          <a:xfrm>
            <a:off x="10111740" y="4160520"/>
            <a:ext cx="13914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spc="150" kern="0" dirty="0">
                <a:solidFill>
                  <a:srgbClr val="EDE5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 TERMINAR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8F5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Integras todo, comparas con tu Starting Point y defines tu siguiente nivel.</a:t>
            </a:r>
            <a:endParaRPr lang="en-US" sz="850" dirty="0"/>
          </a:p>
        </p:txBody>
      </p:sp>
      <p:sp>
        <p:nvSpPr>
          <p:cNvPr id="47" name="Shape 38"/>
          <p:cNvSpPr/>
          <p:nvPr/>
        </p:nvSpPr>
        <p:spPr>
          <a:xfrm>
            <a:off x="548640" y="5669280"/>
            <a:ext cx="11091672" cy="777240"/>
          </a:xfrm>
          <a:prstGeom prst="roundRect">
            <a:avLst>
              <a:gd name="adj" fmla="val 16471"/>
            </a:avLst>
          </a:prstGeom>
          <a:solidFill>
            <a:srgbClr val="3F1E0D"/>
          </a:solidFill>
          <a:ln w="12700">
            <a:solidFill>
              <a:srgbClr val="3F1E0D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822960" y="56692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8C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Tracks transversales: </a:t>
            </a:r>
            <a:pPr indent="0" marL="0">
              <a:buNone/>
            </a:pPr>
            <a:r>
              <a:rPr lang="en-US" sz="1200" dirty="0">
                <a:solidFill>
                  <a:srgbClr val="F8F5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práctica con situaciones reales, pronunciación y listening, y precisión aparecen durante todo el recorrido cuando tu comunicación real lo necesita. Cada etapa marca el foco principal, no un límite.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 recorrido AT WORK</dc:title>
  <dc:subject>PptxGenJS Presentation</dc:subject>
  <dc:creator>PptxGenJS</dc:creator>
  <cp:lastModifiedBy>PptxGenJS</cp:lastModifiedBy>
  <cp:revision>1</cp:revision>
  <dcterms:created xsi:type="dcterms:W3CDTF">2026-09-23T14:12:15Z</dcterms:created>
  <dcterms:modified xsi:type="dcterms:W3CDTF">2026-09-23T14:12:15Z</dcterms:modified>
</cp:coreProperties>
</file>