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AT WORK vas a usar cuatro espacios distintos. Cada uno tiene una función específica y quiero que desde el principio sepas dónde hacer cada cosa para que tu proceso sea simple y ordenado.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Skool es tu biblioteca de entrenamiento. Ahí vas a encontrar los módulos, las herramientas y los recursos que puedes consultar durante estos cinco meses.
No necesitas recorrerlo todo de golpe. Más adelante te voy a explicar cómo avanzar por el programa y dónde poner el foco en cada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WORK Community, nuestra comunidad de WhatsApp, es el espacio vivo entre sesiones.
Ahí vas a poder presentarte, compartir avances, hacer preguntas, pedir feedback cuando corresponda, conectar con otras alumnas y encontrar compañeras de práctica.
La idea es que no todo quede en conversaciones privadas conmigo. Muchas dudas y aprendizajes pueden servirle también a otra persona que está atravesando un desafío parecido.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También vas a tener una carpeta personal de Drive creada especialmente para tu proceso.
Ahí vamos a guardar tu contexto profesional, materiales reales de tu trabajo, materiales de nuestras sesiones, tus prácticas y evidencia de progreso.
Este va a ser nuestro archivo de trabajo durante los cinco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finalmente están nuestras sesiones 1:1.
No son clases desconectadas del resto del programa. Son el lugar donde traemos tu inglés real, vemos qué está pasando, entrenamos lo que necesitas y volvemos a probar.
La plataforma te da herramientas. La práctica genera evidencia. La comunidad te mantiene acompañada. Y nuestras sesiones nos permiten intervenir exactamente donde lo necesitas.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alguna vez dudas dónde va algo, usa esta regla simple.
Si quieres aprender o revisar una herramienta, Skool.
Si quieres compartir, preguntar o pedir feedback breve, comunidad.
Si quieres guardar material o evidencia de tu proceso, Drive.
Y si necesitamos trabajar algo en profundidad, sesión 1:1.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siguiente paso es asegurarte de tener acceso a AT WORK Community y a tu carpeta personal.
Y antes de seguir, confirma también que estás recibiendo correctamente los emails de AT WORK. Revisa tu bandeja de entrada, Spam y Promociones. Si encuentras un email ahí, marca el remitente como seguro o agrégalo a tus contactos para no perder avisos importantes.
En las próximas clases te voy a mostrar cómo recorrer el programa y cómo utilizar estos espacios de manera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1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68580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685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ONBOARDING · 03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25880"/>
            <a:ext cx="5760720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8F5E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Tu ecosistema AT WORK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337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EDE5C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Cuatro espacios, cada uno con una función específica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02920"/>
            <a:ext cx="2743200" cy="12520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86600" y="210312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CUATRO ESPACIOS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086600" y="2560320"/>
            <a:ext cx="4462272" cy="749808"/>
          </a:xfrm>
          <a:prstGeom prst="roundRect">
            <a:avLst>
              <a:gd name="adj" fmla="val 17073"/>
            </a:avLst>
          </a:prstGeom>
          <a:solidFill>
            <a:srgbClr val="81552E">
              <a:alpha val="60000"/>
            </a:srgbClr>
          </a:solidFill>
          <a:ln w="12700">
            <a:solidFill>
              <a:srgbClr val="81552E">
                <a:alpha val="6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51192" y="2688336"/>
            <a:ext cx="493776" cy="493776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512" y="2821656"/>
            <a:ext cx="227137" cy="2271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909560" y="2560320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5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Skool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086600" y="3474720"/>
            <a:ext cx="4462272" cy="749808"/>
          </a:xfrm>
          <a:prstGeom prst="roundRect">
            <a:avLst>
              <a:gd name="adj" fmla="val 17073"/>
            </a:avLst>
          </a:prstGeom>
          <a:solidFill>
            <a:srgbClr val="81552E">
              <a:alpha val="60000"/>
            </a:srgbClr>
          </a:solidFill>
          <a:ln w="12700">
            <a:solidFill>
              <a:srgbClr val="81552E">
                <a:alpha val="6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251192" y="3602736"/>
            <a:ext cx="493776" cy="493776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512" y="3736056"/>
            <a:ext cx="227137" cy="22713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909560" y="3474720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5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WORK Community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086600" y="4389120"/>
            <a:ext cx="4462272" cy="749808"/>
          </a:xfrm>
          <a:prstGeom prst="roundRect">
            <a:avLst>
              <a:gd name="adj" fmla="val 17073"/>
            </a:avLst>
          </a:prstGeom>
          <a:solidFill>
            <a:srgbClr val="81552E">
              <a:alpha val="60000"/>
            </a:srgbClr>
          </a:solidFill>
          <a:ln w="12700">
            <a:solidFill>
              <a:srgbClr val="81552E">
                <a:alpha val="60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51192" y="4517136"/>
            <a:ext cx="493776" cy="493776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512" y="4650456"/>
            <a:ext cx="227137" cy="22713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909560" y="4389120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5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 carpeta personal de Drive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7086600" y="5303520"/>
            <a:ext cx="4462272" cy="749808"/>
          </a:xfrm>
          <a:prstGeom prst="roundRect">
            <a:avLst>
              <a:gd name="adj" fmla="val 17073"/>
            </a:avLst>
          </a:prstGeom>
          <a:solidFill>
            <a:srgbClr val="81552E">
              <a:alpha val="60000"/>
            </a:srgbClr>
          </a:solidFill>
          <a:ln w="12700">
            <a:solidFill>
              <a:srgbClr val="81552E">
                <a:alpha val="6000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251192" y="5431536"/>
            <a:ext cx="493776" cy="493776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512" y="5564856"/>
            <a:ext cx="227137" cy="22713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909560" y="5303520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5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Nuestras sesiones 1:1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Breaking Barriers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1188720" cy="5425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Flor Pérsico</a:t>
            </a:r>
            <a:pPr algn="r" indent="0" marL="0">
              <a:buNone/>
            </a:pPr>
            <a:r>
              <a:rPr lang="en-US" sz="110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·   02 / 07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80160"/>
            <a:ext cx="3429000" cy="620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Skool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038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Tu biblioteca de entrenamiento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389120" y="1280160"/>
            <a:ext cx="2215896" cy="2926080"/>
          </a:xfrm>
          <a:prstGeom prst="roundRect">
            <a:avLst>
              <a:gd name="adj" fmla="val 66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617720" y="1554480"/>
            <a:ext cx="566928" cy="566928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91" y="1707551"/>
            <a:ext cx="260787" cy="26078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17720" y="2258568"/>
            <a:ext cx="1758696" cy="32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Módulos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4617720" y="2625344"/>
            <a:ext cx="1758696" cy="144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recorrido del programa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861048" y="1280160"/>
            <a:ext cx="2215896" cy="2926080"/>
          </a:xfrm>
          <a:prstGeom prst="roundRect">
            <a:avLst>
              <a:gd name="adj" fmla="val 66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089648" y="1554480"/>
            <a:ext cx="566928" cy="566928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719" y="1707551"/>
            <a:ext cx="260787" cy="26078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89648" y="2258568"/>
            <a:ext cx="1758696" cy="32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Herramientas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089648" y="2625344"/>
            <a:ext cx="1758696" cy="144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usar en tu trabajo real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332976" y="1280160"/>
            <a:ext cx="2215896" cy="2926080"/>
          </a:xfrm>
          <a:prstGeom prst="roundRect">
            <a:avLst>
              <a:gd name="adj" fmla="val 66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561576" y="1554480"/>
            <a:ext cx="566928" cy="566928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647" y="1707551"/>
            <a:ext cx="260787" cy="26078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61576" y="2258568"/>
            <a:ext cx="1758696" cy="32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Recursos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9561576" y="2625344"/>
            <a:ext cx="1758696" cy="144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consultar durante estos cinco meses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389120" y="4892040"/>
            <a:ext cx="7159752" cy="1463040"/>
          </a:xfrm>
          <a:prstGeom prst="roundRect">
            <a:avLst>
              <a:gd name="adj" fmla="val 10000"/>
            </a:avLst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754880" y="5234940"/>
            <a:ext cx="777240" cy="77724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735" y="5444795"/>
            <a:ext cx="357530" cy="35753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852160" y="4892040"/>
            <a:ext cx="5376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8155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necesitas recorrerlo todo de golpe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Más adelante te explico cómo avanzar por el programa y dónde poner el foco en cada etapa.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Breaking Barriers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1188720" cy="5425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Flor Pérsico</a:t>
            </a:r>
            <a:pPr algn="r" indent="0" marL="0">
              <a:buNone/>
            </a:pPr>
            <a:r>
              <a:rPr lang="en-US" sz="110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·   03 / 07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80160"/>
            <a:ext cx="3429000" cy="1104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AT WORK Community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217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Nuestra comunidad de WhatsApp: el espacio vivo entre sesiones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389120" y="1280160"/>
            <a:ext cx="3479292" cy="1008888"/>
          </a:xfrm>
          <a:prstGeom prst="roundRect">
            <a:avLst>
              <a:gd name="adj" fmla="val 145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90288" y="1519428"/>
            <a:ext cx="530352" cy="530352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483" y="1662623"/>
            <a:ext cx="243962" cy="24396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49240" y="1280160"/>
            <a:ext cx="235458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Presentarte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8069580" y="1280160"/>
            <a:ext cx="3479292" cy="1008888"/>
          </a:xfrm>
          <a:prstGeom prst="roundRect">
            <a:avLst>
              <a:gd name="adj" fmla="val 145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270748" y="1519428"/>
            <a:ext cx="530352" cy="530352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943" y="1662623"/>
            <a:ext cx="243962" cy="24396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29700" y="1280160"/>
            <a:ext cx="235458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Compartir avances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4389120" y="2490216"/>
            <a:ext cx="3479292" cy="1008888"/>
          </a:xfrm>
          <a:prstGeom prst="roundRect">
            <a:avLst>
              <a:gd name="adj" fmla="val 145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90288" y="2729484"/>
            <a:ext cx="530352" cy="530352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483" y="2872679"/>
            <a:ext cx="243962" cy="24396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349240" y="2490216"/>
            <a:ext cx="235458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Hacer preguntas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8069580" y="2490216"/>
            <a:ext cx="3479292" cy="1008888"/>
          </a:xfrm>
          <a:prstGeom prst="roundRect">
            <a:avLst>
              <a:gd name="adj" fmla="val 145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8270748" y="2729484"/>
            <a:ext cx="530352" cy="530352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943" y="2872679"/>
            <a:ext cx="243962" cy="24396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029700" y="2490216"/>
            <a:ext cx="235458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Pedir feedback cuando corresponda</a:t>
            </a:r>
            <a:endParaRPr lang="en-US" sz="1450" dirty="0"/>
          </a:p>
        </p:txBody>
      </p:sp>
      <p:sp>
        <p:nvSpPr>
          <p:cNvPr id="23" name="Shape 15"/>
          <p:cNvSpPr/>
          <p:nvPr/>
        </p:nvSpPr>
        <p:spPr>
          <a:xfrm>
            <a:off x="4389120" y="3700272"/>
            <a:ext cx="3479292" cy="1008888"/>
          </a:xfrm>
          <a:prstGeom prst="roundRect">
            <a:avLst>
              <a:gd name="adj" fmla="val 145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590288" y="3939540"/>
            <a:ext cx="530352" cy="530352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483" y="4082735"/>
            <a:ext cx="243962" cy="24396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349240" y="3700272"/>
            <a:ext cx="235458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Conectar con otras alumnas</a:t>
            </a:r>
            <a:endParaRPr lang="en-US" sz="1450" dirty="0"/>
          </a:p>
        </p:txBody>
      </p:sp>
      <p:sp>
        <p:nvSpPr>
          <p:cNvPr id="27" name="Shape 18"/>
          <p:cNvSpPr/>
          <p:nvPr/>
        </p:nvSpPr>
        <p:spPr>
          <a:xfrm>
            <a:off x="8069580" y="3700272"/>
            <a:ext cx="3479292" cy="1008888"/>
          </a:xfrm>
          <a:prstGeom prst="roundRect">
            <a:avLst>
              <a:gd name="adj" fmla="val 1450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8270748" y="3939540"/>
            <a:ext cx="530352" cy="530352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943" y="4082735"/>
            <a:ext cx="243962" cy="24396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029700" y="3700272"/>
            <a:ext cx="2354580" cy="1008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155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Encontrar compañeras de práctica</a:t>
            </a:r>
            <a:endParaRPr lang="en-US" sz="1450" dirty="0"/>
          </a:p>
        </p:txBody>
      </p:sp>
      <p:sp>
        <p:nvSpPr>
          <p:cNvPr id="31" name="Shape 21"/>
          <p:cNvSpPr/>
          <p:nvPr/>
        </p:nvSpPr>
        <p:spPr>
          <a:xfrm>
            <a:off x="4389120" y="4983480"/>
            <a:ext cx="7159752" cy="1371600"/>
          </a:xfrm>
          <a:prstGeom prst="roundRect">
            <a:avLst>
              <a:gd name="adj" fmla="val 10667"/>
            </a:avLst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754880" y="5280660"/>
            <a:ext cx="777240" cy="77724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735" y="5490515"/>
            <a:ext cx="357530" cy="35753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852160" y="4983480"/>
            <a:ext cx="5376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todo tiene que quedar en conversaciones privadas conmigo. Muchas dudas y aprendizajes pueden servirle también a otra persona que está atravesando un desafío parecido.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Breaking Barriers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1188720" cy="5425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Flor Pérsico</a:t>
            </a:r>
            <a:pPr algn="r" indent="0" marL="0">
              <a:buNone/>
            </a:pPr>
            <a:r>
              <a:rPr lang="en-US" sz="110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·   04 / 07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80160"/>
            <a:ext cx="3429000" cy="158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Tu carpeta personal de Drive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0053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Nuestro archivo de trabajo durante los cinco meses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389120" y="1280160"/>
            <a:ext cx="7159752" cy="868680"/>
          </a:xfrm>
          <a:prstGeom prst="roundRect">
            <a:avLst>
              <a:gd name="adj" fmla="val 1684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663440" y="1440180"/>
            <a:ext cx="548640" cy="54864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573" y="1588313"/>
            <a:ext cx="252374" cy="2523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0" y="1280160"/>
            <a:ext cx="5742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 contexto profesional</a:t>
            </a:r>
            <a:endParaRPr lang="en-US" sz="1750" dirty="0"/>
          </a:p>
        </p:txBody>
      </p:sp>
      <p:sp>
        <p:nvSpPr>
          <p:cNvPr id="11" name="Shape 6"/>
          <p:cNvSpPr/>
          <p:nvPr/>
        </p:nvSpPr>
        <p:spPr>
          <a:xfrm>
            <a:off x="4389120" y="2331720"/>
            <a:ext cx="7159752" cy="868680"/>
          </a:xfrm>
          <a:prstGeom prst="roundRect">
            <a:avLst>
              <a:gd name="adj" fmla="val 1684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2491740"/>
            <a:ext cx="548640" cy="54864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73" y="2639873"/>
            <a:ext cx="252374" cy="25237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86400" y="2331720"/>
            <a:ext cx="5742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Materiales reales de tu trabajo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4389120" y="3383280"/>
            <a:ext cx="7159752" cy="868680"/>
          </a:xfrm>
          <a:prstGeom prst="roundRect">
            <a:avLst>
              <a:gd name="adj" fmla="val 1684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663440" y="3543300"/>
            <a:ext cx="548640" cy="54864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573" y="3691433"/>
            <a:ext cx="252374" cy="25237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86400" y="3383280"/>
            <a:ext cx="5742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Materiales de nuestras sesiones</a:t>
            </a:r>
            <a:endParaRPr lang="en-US" sz="1750" dirty="0"/>
          </a:p>
        </p:txBody>
      </p:sp>
      <p:sp>
        <p:nvSpPr>
          <p:cNvPr id="19" name="Shape 12"/>
          <p:cNvSpPr/>
          <p:nvPr/>
        </p:nvSpPr>
        <p:spPr>
          <a:xfrm>
            <a:off x="4389120" y="4434840"/>
            <a:ext cx="7159752" cy="868680"/>
          </a:xfrm>
          <a:prstGeom prst="roundRect">
            <a:avLst>
              <a:gd name="adj" fmla="val 1684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663440" y="4594860"/>
            <a:ext cx="548640" cy="54864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73" y="4742993"/>
            <a:ext cx="252374" cy="25237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0" y="4434840"/>
            <a:ext cx="5742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Tus prácticas</a:t>
            </a:r>
            <a:endParaRPr lang="en-US" sz="1750" dirty="0"/>
          </a:p>
        </p:txBody>
      </p:sp>
      <p:sp>
        <p:nvSpPr>
          <p:cNvPr id="23" name="Shape 15"/>
          <p:cNvSpPr/>
          <p:nvPr/>
        </p:nvSpPr>
        <p:spPr>
          <a:xfrm>
            <a:off x="4389120" y="5486400"/>
            <a:ext cx="7159752" cy="868680"/>
          </a:xfrm>
          <a:prstGeom prst="roundRect">
            <a:avLst>
              <a:gd name="adj" fmla="val 1684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4663440" y="5646420"/>
            <a:ext cx="548640" cy="54864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1573" y="5794553"/>
            <a:ext cx="252374" cy="25237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86400" y="5486400"/>
            <a:ext cx="5742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Evidencia de progreso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Breaking Barriers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1188720" cy="5425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Flor Pérsico</a:t>
            </a:r>
            <a:pPr algn="r" indent="0" marL="0">
              <a:buNone/>
            </a:pPr>
            <a:r>
              <a:rPr lang="en-US" sz="110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·   05 / 07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80160"/>
            <a:ext cx="3429000" cy="1104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Nuestras sesiones 1:1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217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 son clases desconectadas del resto del programa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389120" y="1280160"/>
            <a:ext cx="7159752" cy="1920240"/>
          </a:xfrm>
          <a:prstGeom prst="roundRect">
            <a:avLst>
              <a:gd name="adj" fmla="val 7619"/>
            </a:avLst>
          </a:prstGeom>
          <a:solidFill>
            <a:srgbClr val="3F1E0D"/>
          </a:solidFill>
          <a:ln w="12700">
            <a:solidFill>
              <a:srgbClr val="3F1E0D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4846320" y="1600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68C6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CADA SESIÓN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846320" y="1920240"/>
            <a:ext cx="6245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5E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Traemos tu inglés real, vemos qué está pasando, entrenamos lo que necesitas y volvemos a probar.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389120" y="3474720"/>
            <a:ext cx="3451860" cy="1312164"/>
          </a:xfrm>
          <a:prstGeom prst="roundRect">
            <a:avLst>
              <a:gd name="adj" fmla="val 11150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3856482"/>
            <a:ext cx="548640" cy="548640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4004615"/>
            <a:ext cx="252374" cy="25237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3474720"/>
            <a:ext cx="2308860" cy="131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plataforma </a:t>
            </a:r>
            <a:pPr indent="0" marL="0">
              <a:buNone/>
            </a:pPr>
            <a:r>
              <a:rPr lang="en-US" sz="14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 da herramientas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097012" y="3474720"/>
            <a:ext cx="3451860" cy="1312164"/>
          </a:xfrm>
          <a:prstGeom prst="roundRect">
            <a:avLst>
              <a:gd name="adj" fmla="val 11150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325612" y="3856482"/>
            <a:ext cx="548640" cy="548640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745" y="4004615"/>
            <a:ext cx="252374" cy="25237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7132" y="3474720"/>
            <a:ext cx="2308860" cy="131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práctica </a:t>
            </a:r>
            <a:pPr indent="0" marL="0">
              <a:buNone/>
            </a:pPr>
            <a:r>
              <a:rPr lang="en-US" sz="14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 evidencia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389120" y="5042916"/>
            <a:ext cx="3451860" cy="1312164"/>
          </a:xfrm>
          <a:prstGeom prst="roundRect">
            <a:avLst>
              <a:gd name="adj" fmla="val 11150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617720" y="5424678"/>
            <a:ext cx="548640" cy="548640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53" y="5572811"/>
            <a:ext cx="252374" cy="25237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49240" y="5042916"/>
            <a:ext cx="2308860" cy="131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comunidad </a:t>
            </a:r>
            <a:pPr indent="0" marL="0">
              <a:buNone/>
            </a:pPr>
            <a:r>
              <a:rPr lang="en-US" sz="14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 mantiene acompañada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097012" y="5042916"/>
            <a:ext cx="3451860" cy="1312164"/>
          </a:xfrm>
          <a:prstGeom prst="roundRect">
            <a:avLst>
              <a:gd name="adj" fmla="val 11150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325612" y="5424678"/>
            <a:ext cx="548640" cy="548640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745" y="5572811"/>
            <a:ext cx="252374" cy="25237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057132" y="5042916"/>
            <a:ext cx="2308860" cy="131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sesiones </a:t>
            </a:r>
            <a:pPr indent="0" marL="0">
              <a:buNone/>
            </a:pPr>
            <a:r>
              <a:rPr lang="en-US" sz="14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intervienen exactamente donde lo necesitas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Breaking Barriers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1188720" cy="5425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Flor Pérsico</a:t>
            </a:r>
            <a:pPr algn="r" indent="0" marL="0">
              <a:buNone/>
            </a:pPr>
            <a:r>
              <a:rPr lang="en-US" sz="1100" dirty="0">
                <a:solidFill>
                  <a:srgbClr val="8A6A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·   06 / 07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80160"/>
            <a:ext cx="3429000" cy="1104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¿Dónde va cada cosa?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217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6A5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 alguna vez dudas, usa esta regla simple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389120" y="1280160"/>
            <a:ext cx="3451860" cy="2409444"/>
          </a:xfrm>
          <a:prstGeom prst="roundRect">
            <a:avLst>
              <a:gd name="adj" fmla="val 607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709160" y="1554480"/>
            <a:ext cx="640080" cy="640080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982" y="1727302"/>
            <a:ext cx="294437" cy="29443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2331720"/>
            <a:ext cx="2811780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Skool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4709160" y="2744978"/>
            <a:ext cx="2811780" cy="80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quieres aprender o revisar una herramienta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8097012" y="1280160"/>
            <a:ext cx="3451860" cy="2409444"/>
          </a:xfrm>
          <a:prstGeom prst="roundRect">
            <a:avLst>
              <a:gd name="adj" fmla="val 607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417052" y="1554480"/>
            <a:ext cx="640080" cy="640080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1727302"/>
            <a:ext cx="294437" cy="2944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17052" y="2331720"/>
            <a:ext cx="2811780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Comunidad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8417052" y="2744978"/>
            <a:ext cx="2811780" cy="80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quieres compartir, preguntar o pedir feedback breve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389120" y="3945636"/>
            <a:ext cx="3451860" cy="2409444"/>
          </a:xfrm>
          <a:prstGeom prst="roundRect">
            <a:avLst>
              <a:gd name="adj" fmla="val 6072"/>
            </a:avLst>
          </a:prstGeom>
          <a:solidFill>
            <a:srgbClr val="FFFDF9"/>
          </a:solidFill>
          <a:ln w="12700">
            <a:solidFill>
              <a:srgbClr val="FFFDF9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09160" y="4219956"/>
            <a:ext cx="640080" cy="640080"/>
          </a:xfrm>
          <a:prstGeom prst="ellipse">
            <a:avLst/>
          </a:prstGeom>
          <a:solidFill>
            <a:srgbClr val="FBF2D0"/>
          </a:solidFill>
          <a:ln w="12700">
            <a:solidFill>
              <a:srgbClr val="FBF2D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982" y="4392778"/>
            <a:ext cx="294437" cy="29443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09160" y="4997196"/>
            <a:ext cx="2811780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1552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Drive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4709160" y="5410454"/>
            <a:ext cx="2811780" cy="80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quieres guardar material o evidencia de tu proceso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8097012" y="3945636"/>
            <a:ext cx="3451860" cy="2409444"/>
          </a:xfrm>
          <a:prstGeom prst="roundRect">
            <a:avLst>
              <a:gd name="adj" fmla="val 6072"/>
            </a:avLst>
          </a:prstGeom>
          <a:solidFill>
            <a:srgbClr val="81552E"/>
          </a:solidFill>
          <a:ln w="12700">
            <a:solidFill>
              <a:srgbClr val="81552E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417052" y="4219956"/>
            <a:ext cx="640080" cy="640080"/>
          </a:xfrm>
          <a:prstGeom prst="ellipse">
            <a:avLst/>
          </a:prstGeom>
          <a:solidFill>
            <a:srgbClr val="C68C6C"/>
          </a:solidFill>
          <a:ln w="12700">
            <a:solidFill>
              <a:srgbClr val="C68C6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4392778"/>
            <a:ext cx="294437" cy="29443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417052" y="4997196"/>
            <a:ext cx="2811780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8F5EE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Sesión 1:1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8417052" y="5410454"/>
            <a:ext cx="2811780" cy="80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5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necesitamos trabajar algo en profundidad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68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Breaking Barriers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1188720" cy="5425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89127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F1E0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Flor Pérsico</a:t>
            </a:r>
            <a:pPr algn="r" indent="0" marL="0">
              <a:buNone/>
            </a:pPr>
            <a:r>
              <a:rPr lang="en-US" sz="110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·   07 / 07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80160"/>
            <a:ext cx="3429000" cy="1104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3F1E0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Tu siguiente paso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217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3F1E0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 las próximas clases te muestro cómo recorrer el programa y usar estos espacios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389120" y="1280160"/>
            <a:ext cx="7159752" cy="1097280"/>
          </a:xfrm>
          <a:prstGeom prst="roundRect">
            <a:avLst>
              <a:gd name="adj" fmla="val 13333"/>
            </a:avLst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709160" y="1527048"/>
            <a:ext cx="603504" cy="603504"/>
          </a:xfrm>
          <a:prstGeom prst="ellipse">
            <a:avLst/>
          </a:prstGeom>
          <a:solidFill>
            <a:srgbClr val="3F1E0D"/>
          </a:solidFill>
          <a:ln w="12700">
            <a:solidFill>
              <a:srgbClr val="3F1E0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106" y="1689994"/>
            <a:ext cx="277612" cy="27761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577840" y="128016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Asegúrate de tener acceso a </a:t>
            </a:r>
            <a:pPr indent="0" marL="0">
              <a:buNone/>
            </a:pPr>
            <a:r>
              <a:rPr lang="en-US" sz="1650" b="1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 WORK Community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4389120" y="2578608"/>
            <a:ext cx="7159752" cy="1097280"/>
          </a:xfrm>
          <a:prstGeom prst="roundRect">
            <a:avLst>
              <a:gd name="adj" fmla="val 13333"/>
            </a:avLst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709160" y="2825496"/>
            <a:ext cx="603504" cy="603504"/>
          </a:xfrm>
          <a:prstGeom prst="ellipse">
            <a:avLst/>
          </a:prstGeom>
          <a:solidFill>
            <a:srgbClr val="3F1E0D"/>
          </a:solidFill>
          <a:ln w="12700">
            <a:solidFill>
              <a:srgbClr val="3F1E0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106" y="2988442"/>
            <a:ext cx="277612" cy="27761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577840" y="2578608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Asegúrate de tener acceso a tu </a:t>
            </a:r>
            <a:pPr indent="0" marL="0">
              <a:buNone/>
            </a:pPr>
            <a:r>
              <a:rPr lang="en-US" sz="1650" b="1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carpeta personal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4389120" y="3877056"/>
            <a:ext cx="7159752" cy="1097280"/>
          </a:xfrm>
          <a:prstGeom prst="roundRect">
            <a:avLst>
              <a:gd name="adj" fmla="val 13333"/>
            </a:avLst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709160" y="4123944"/>
            <a:ext cx="603504" cy="603504"/>
          </a:xfrm>
          <a:prstGeom prst="ellipse">
            <a:avLst/>
          </a:prstGeom>
          <a:solidFill>
            <a:srgbClr val="3F1E0D"/>
          </a:solidFill>
          <a:ln w="12700">
            <a:solidFill>
              <a:srgbClr val="3F1E0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106" y="4286890"/>
            <a:ext cx="277612" cy="2776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77840" y="3877056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Confirma que recibes los </a:t>
            </a:r>
            <a:pPr indent="0" marL="0">
              <a:buNone/>
            </a:pPr>
            <a:r>
              <a:rPr lang="en-US" sz="1650" b="1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emails de AT WORK</a:t>
            </a:r>
            <a:pPr indent="0" marL="0">
              <a:buNone/>
            </a:pPr>
            <a:r>
              <a:rPr lang="en-US" sz="16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revisa bandeja de entrada, Spam y Promociones</a:t>
            </a:r>
            <a:endParaRPr lang="en-US" sz="1650" dirty="0"/>
          </a:p>
        </p:txBody>
      </p:sp>
      <p:sp>
        <p:nvSpPr>
          <p:cNvPr id="19" name="Shape 12"/>
          <p:cNvSpPr/>
          <p:nvPr/>
        </p:nvSpPr>
        <p:spPr>
          <a:xfrm>
            <a:off x="4389120" y="5175504"/>
            <a:ext cx="7159752" cy="1097280"/>
          </a:xfrm>
          <a:prstGeom prst="roundRect">
            <a:avLst>
              <a:gd name="adj" fmla="val 13333"/>
            </a:avLst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  <a:effectLst>
            <a:outerShdw sx="100000" sy="100000" kx="0" ky="0" algn="bl" rotWithShape="0" blurRad="177800" dist="38100" dir="5400000">
              <a:srgbClr val="3F1E0D">
                <a:alpha val="1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709160" y="5422392"/>
            <a:ext cx="603504" cy="603504"/>
          </a:xfrm>
          <a:prstGeom prst="ellipse">
            <a:avLst/>
          </a:prstGeom>
          <a:solidFill>
            <a:srgbClr val="3F1E0D"/>
          </a:solidFill>
          <a:ln w="12700">
            <a:solidFill>
              <a:srgbClr val="3F1E0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106" y="5585338"/>
            <a:ext cx="277612" cy="27761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577840" y="5175504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F1E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encuentras uno ahí, marca el remitente como seguro o agrégalo a tus contactos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 03 · Tu ecosistema AT WORK</dc:title>
  <dc:subject>PptxGenJS Presentation</dc:subject>
  <dc:creator>Flor Pérsico</dc:creator>
  <cp:lastModifiedBy>Flor Pérsico</cp:lastModifiedBy>
  <cp:revision>1</cp:revision>
  <dcterms:created xsi:type="dcterms:W3CDTF">2026-09-23T14:07:30Z</dcterms:created>
  <dcterms:modified xsi:type="dcterms:W3CDTF">2026-09-23T14:07:30Z</dcterms:modified>
</cp:coreProperties>
</file>