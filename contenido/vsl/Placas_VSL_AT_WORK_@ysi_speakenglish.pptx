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184767d3-2019-0b92-25c5-2293ddcabd8e}">
          <p14:sldIdLst>
            <p14:sldId id="256"/>
          </p14:sldIdLst>
        </p14:section>
        <p14:section name="1–2 · Opening y para quién" id="{fc0b77e9-0a31-26b8-f95e-d3a23379b3c2}">
          <p14:sldIdLst>
            <p14:sldId id="257"/>
            <p14:sldId id="258"/>
          </p14:sldIdLst>
        </p14:section>
        <p14:section name="3 · Alumnas" id="{d5c9d129-6ea1-e0bf-e538-30eabc2e716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4–6 · Idea central" id="{dfb3ba79-f267-8e87-b928-8154f7c1d9b6}">
          <p14:sldIdLst>
            <p14:sldId id="265"/>
            <p14:sldId id="266"/>
            <p14:sldId id="267"/>
            <p14:sldId id="268"/>
          </p14:sldIdLst>
        </p14:section>
        <p14:section name="7–8 · Qué cambiamos" id="{8ef5c9f6-cd35-a16c-9e25-bd2e5718332a}">
          <p14:sldIdLst>
            <p14:sldId id="269"/>
            <p14:sldId id="270"/>
          </p14:sldIdLst>
        </p14:section>
        <p14:section name="9 · Delivery Method" id="{c3c98342-90ec-f03d-5113-7d6e1da1a1e8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10–11 · Cierre y CTA" id="{b4c893d9-ec91-7376-fbfe-0e2a8a49914d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C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</a:rPr>
              <a:t>BREAKING BARRIERS AT WORK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BREAKING BARRIERS AT WORK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mostrar en inglés a la profesional que </a:t>
            </a:r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sos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Sin sumar más años de clases ni memorizar guiones.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 · OPENING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“¿Cómo puede ser que ahora sí me salga, si yo sabía lo que quería decir?”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2 · PARA QUIÉN ES ESTE VIDEO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Quizás profesionalmente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estás preparada.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Lo que falta es que eso también se vea cuando hablás en inglés.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 perfect, but the message was delivered.”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Gaby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· Senior Manager de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“Ya no pienso tanto al querer transmitir una idea, simplemente confío y la menciono.”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Virginia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· Líder de equipo de QA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pic>
        <p:nvPicPr>
          <p:cNvPr id="3" name="captura" descr="Captura del mensaje de Virginia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407615"/>
            <a:ext cx="5669280" cy="32314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Virginia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Una reunión de líderes, 100% en inglés y súper técnica.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participation wasn't the best, but it was the first one.”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Alumna AT WORK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· Primera reunión con el equipo global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entrevista en inglés.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Tesla.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Pudo dar su punto de vista sintiéndose cómoda y segura.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Moni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· Recursos Humanos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pic>
        <p:nvPicPr>
          <p:cNvPr id="3" name="captura" descr="Captura del mensaje de Sol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337" y="1737360"/>
            <a:ext cx="483809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53391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533917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Gerenta de logística. Viaje de trabajo a Alemania: “this time I can see significant progress in myself”.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4 · EL OBJETIVO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698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Clear,</a:t>
            </a:r>
            <a:endParaRPr lang="en-US" sz="8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native.</a:t>
            </a:r>
            <a:endParaRPr lang="en-US" sz="8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5 · LA DIFERENCIA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inglés y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tenerlo disponible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 son lo mismo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5 · DISPONIBLE CUANDO LO NECESITÁS</a:t>
            </a:r>
            <a:endParaRPr lang="en-US" sz="1600" dirty="0"/>
          </a:p>
        </p:txBody>
      </p:sp>
      <p:pic>
        <p:nvPicPr>
          <p:cNvPr id="3" name="captura" descr="Captura del mensaje de Un evento en inglés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583363"/>
            <a:ext cx="5669280" cy="28799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evento en inglés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No lo esperaba, entendió todo… y se animó a hacer una pregunta.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6 · A MÍ TAMBIÉN ME PASÓ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era solo el inglés.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 la relación con el inglés.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7 · QUÉ EMPEZAMOS A CAMBIAR</a:t>
            </a:r>
            <a:endParaRPr lang="en-US" sz="1600" dirty="0"/>
          </a:p>
        </p:txBody>
      </p:sp>
      <p:sp>
        <p:nvSpPr>
          <p:cNvPr id="3" name="card1"/>
          <p:cNvSpPr/>
          <p:nvPr/>
        </p:nvSpPr>
        <p:spPr>
          <a:xfrm>
            <a:off x="73152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con tu realidad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840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Tu presentación, tu reunión, tu entrevista.</a:t>
            </a:r>
            <a:endParaRPr lang="en-US" sz="1700" dirty="0"/>
          </a:p>
        </p:txBody>
      </p:sp>
      <p:sp>
        <p:nvSpPr>
          <p:cNvPr id="7" name="card2"/>
          <p:cNvSpPr/>
          <p:nvPr/>
        </p:nvSpPr>
        <p:spPr>
          <a:xfrm>
            <a:off x="443484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Salir del modo examen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840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Primero el mensaje. Después refinamos el inglés.</a:t>
            </a:r>
            <a:endParaRPr lang="en-US" sz="1700" dirty="0"/>
          </a:p>
        </p:txBody>
      </p:sp>
      <p:sp>
        <p:nvSpPr>
          <p:cNvPr id="11" name="card3"/>
          <p:cNvSpPr/>
          <p:nvPr/>
        </p:nvSpPr>
        <p:spPr>
          <a:xfrm>
            <a:off x="813816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segundo intento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840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Lo decís, miramos qué pasó y lo volvés a hacer.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8 · PRIMERO HAY QUE DETECTAR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alcanza con practicar más.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Hay que saber qué practicar.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EL DELIVERY METHOD™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primero,</a:t>
            </a:r>
            <a:endParaRPr lang="en-US" sz="6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después.</a:t>
            </a:r>
            <a:endParaRPr lang="en-US" sz="6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EL DELIVERY METHOD™</a:t>
            </a:r>
            <a:endParaRPr lang="en-US" sz="1600" dirty="0"/>
          </a:p>
        </p:txBody>
      </p:sp>
      <p:sp>
        <p:nvSpPr>
          <p:cNvPr id="3" name="paso1"/>
          <p:cNvSpPr/>
          <p:nvPr/>
        </p:nvSpPr>
        <p:spPr>
          <a:xfrm>
            <a:off x="731520" y="2377440"/>
            <a:ext cx="2286000" cy="1645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Producir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2377440"/>
            <a:ext cx="521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6" name="paso2"/>
          <p:cNvSpPr/>
          <p:nvPr/>
        </p:nvSpPr>
        <p:spPr>
          <a:xfrm>
            <a:off x="3538728" y="2377440"/>
            <a:ext cx="2286000" cy="1645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824728" y="2377440"/>
            <a:ext cx="521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paso3"/>
          <p:cNvSpPr/>
          <p:nvPr/>
        </p:nvSpPr>
        <p:spPr>
          <a:xfrm>
            <a:off x="6345936" y="2377440"/>
            <a:ext cx="2286000" cy="1645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5936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Corregir y refinar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631936" y="2377440"/>
            <a:ext cx="521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paso4"/>
          <p:cNvSpPr/>
          <p:nvPr/>
        </p:nvSpPr>
        <p:spPr>
          <a:xfrm>
            <a:off x="9153144" y="2377440"/>
            <a:ext cx="2286000" cy="16459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53144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¿QUÉ SE ROMPIÓ?</a:t>
            </a:r>
            <a:endParaRPr lang="en-US" sz="1600" dirty="0"/>
          </a:p>
        </p:txBody>
      </p:sp>
      <p:sp>
        <p:nvSpPr>
          <p:cNvPr id="3" name="card1"/>
          <p:cNvSpPr/>
          <p:nvPr/>
        </p:nvSpPr>
        <p:spPr>
          <a:xfrm>
            <a:off x="73152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474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mensaje. No sabés cuál es la idea principal o cómo ordenarla.</a:t>
            </a:r>
            <a:endParaRPr lang="en-US" sz="1700" dirty="0"/>
          </a:p>
        </p:txBody>
      </p:sp>
      <p:sp>
        <p:nvSpPr>
          <p:cNvPr id="6" name="card2"/>
          <p:cNvSpPr/>
          <p:nvPr/>
        </p:nvSpPr>
        <p:spPr>
          <a:xfrm>
            <a:off x="443484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3474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idioma. Estructura, vocabulario, pronunciación o listening.</a:t>
            </a:r>
            <a:endParaRPr lang="en-US" sz="1700" dirty="0"/>
          </a:p>
        </p:txBody>
      </p:sp>
      <p:sp>
        <p:nvSpPr>
          <p:cNvPr id="9" name="card3"/>
          <p:cNvSpPr/>
          <p:nvPr/>
        </p:nvSpPr>
        <p:spPr>
          <a:xfrm>
            <a:off x="813816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3474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Desde dónde hablás. Sabés qué decir, tenés el inglés… y no hablás.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DETECTAR</a:t>
            </a:r>
            <a:endParaRPr lang="en-US" sz="1600" dirty="0"/>
          </a:p>
        </p:txBody>
      </p:sp>
      <p:pic>
        <p:nvPicPr>
          <p:cNvPr id="3" name="captura" descr="Captura del mensaje de Lauri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606040"/>
            <a:ext cx="566928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Lauri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Detectar qué la estaba condicionando para hablar en inglés.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EL CÓMO</a:t>
            </a:r>
            <a:endParaRPr lang="en-US" sz="1600" dirty="0"/>
          </a:p>
        </p:txBody>
      </p:sp>
      <p:pic>
        <p:nvPicPr>
          <p:cNvPr id="3" name="captura" descr="Captura del mensaje de Virginia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742103"/>
            <a:ext cx="5669280" cy="2562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Virginia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Identificar sus errores fosilizados y entrenarlos.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EL QUIÉN</a:t>
            </a:r>
            <a:endParaRPr lang="en-US" sz="1600" dirty="0"/>
          </a:p>
        </p:txBody>
      </p:sp>
      <p:pic>
        <p:nvPicPr>
          <p:cNvPr id="3" name="captura" descr="Captura del mensaje de Sol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5808" y="1737360"/>
            <a:ext cx="4641624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553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553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Se vale tomarse el tiempo para hablar.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LA PREGUNTA CLAVE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“¿No me sale, o no me animo?”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10 · CÓMO TRABAJAMOS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WORK no es un curso más de inglés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Una metodología propia: tu material real, un diagnóstico de qué se rompe en tu caso y acompañamiento para que al final puedas detectarlo y entrenarlo vos sola.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10 · LA COMUNIDAD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semana, las alumnas comparten sus wins</a:t>
            </a:r>
            <a:endParaRPr lang="en-US" sz="3200" dirty="0"/>
          </a:p>
        </p:txBody>
      </p:sp>
      <p:pic>
        <p:nvPicPr>
          <p:cNvPr id="4" name="captura1" descr="Captura de un win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3429000" cy="1810512"/>
          </a:xfrm>
          <a:prstGeom prst="rect">
            <a:avLst/>
          </a:prstGeom>
        </p:spPr>
      </p:pic>
      <p:pic>
        <p:nvPicPr>
          <p:cNvPr id="5" name="captura2" descr="Captura de un win en la comunid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651760"/>
            <a:ext cx="3429000" cy="1371600"/>
          </a:xfrm>
          <a:prstGeom prst="rect">
            <a:avLst/>
          </a:prstGeom>
        </p:spPr>
      </p:pic>
      <p:pic>
        <p:nvPicPr>
          <p:cNvPr id="6" name="captura3" descr="Captura de un win en la comunid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651760"/>
            <a:ext cx="3429000" cy="15259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11 · CIERRE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Quizás profesionalmente ya lo estás.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falta es poder mostrarlo en inglés.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11 · ¿ES PARA VOS?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2"/>
                </a:solidFill>
              </a:rPr>
              <a:t>ES PARA VOS 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✓  Tenés un nivel intermedio o intermedio alto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✓  Ya trabajás en inglés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✓  O estás preparando una entrevista en inglés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2"/>
                </a:solidFill>
              </a:rPr>
              <a:t>NO ES PARA VOS 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6517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2"/>
                </a:solidFill>
              </a:rPr>
              <a:t>✕  Empezás desde cero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2"/>
                </a:solidFill>
              </a:rPr>
              <a:t>✕  Querés preparar un examen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2"/>
                </a:solidFill>
              </a:rPr>
              <a:t>✕  Buscás memorizar respuestas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11 · CUPOS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</a:t>
            </a:r>
            <a:pPr algn="ctr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36576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alumnas activas al mismo tiempo. Cada proceso se arma con el material real de cada una.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ESCRIBIME POR MENSAJE DIRECTO EN INSTAGRAM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6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@ysi_speakenglish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eaking Barriers AT WORK">
  <a:themeElements>
    <a:clrScheme name="Breaking Barriers AT WORK">
      <a:dk1>
        <a:srgbClr val="1C1A19"/>
      </a:dk1>
      <a:lt1>
        <a:srgbClr val="F3EADB"/>
      </a:lt1>
      <a:dk2>
        <a:srgbClr val="262321"/>
      </a:dk2>
      <a:lt2>
        <a:srgbClr val="BDB3A3"/>
      </a:lt2>
      <a:accent1>
        <a:srgbClr val="D9A46B"/>
      </a:accent1>
      <a:accent2>
        <a:srgbClr val="8C6A48"/>
      </a:accent2>
      <a:accent3>
        <a:srgbClr val="3A3531"/>
      </a:accent3>
      <a:accent4>
        <a:srgbClr val="F3EADB"/>
      </a:accent4>
      <a:accent5>
        <a:srgbClr val="BDB3A3"/>
      </a:accent5>
      <a:accent6>
        <a:srgbClr val="D9A46B"/>
      </a:accent6>
      <a:hlink>
        <a:srgbClr val="D9A46B"/>
      </a:hlink>
      <a:folHlink>
        <a:srgbClr val="BDB3A3"/>
      </a:folHlink>
    </a:clrScheme>
    <a:fontScheme name="Breaking Barriers AT WO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Placas VSL AT WORK</dc:title>
  <dc:subject>PptxGenJS Presentation</dc:subject>
  <dc:creator>Florencia Pérsico</dc:creator>
  <cp:lastModifiedBy>Florencia Pérsico</cp:lastModifiedBy>
  <cp:revision>1</cp:revision>
  <dcterms:created xsi:type="dcterms:W3CDTF">2026-10-20T21:35:06Z</dcterms:created>
  <dcterms:modified xsi:type="dcterms:W3CDTF">2026-10-20T21:35:06Z</dcterms:modified>
</cp:coreProperties>
</file>