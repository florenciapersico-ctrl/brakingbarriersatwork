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58dce1f2-2b12-8541-c565-107a13abf420}">
          <p14:sldIdLst>
            <p14:sldId id="256"/>
          </p14:sldIdLst>
        </p14:section>
        <p14:section name="1–2 · Opening y para quién" id="{5b1e8947-c7e4-3e40-9b09-fac5cc17922d}">
          <p14:sldIdLst>
            <p14:sldId id="257"/>
            <p14:sldId id="258"/>
          </p14:sldIdLst>
        </p14:section>
        <p14:section name="3 · Alumnas" id="{ea279105-471e-b57b-1780-930c16e227ae}">
          <p14:sldIdLst>
            <p14:sldId id="259"/>
            <p14:sldId id="260"/>
            <p14:sldId id="261"/>
            <p14:sldId id="262"/>
          </p14:sldIdLst>
        </p14:section>
        <p14:section name="4–6 · Idea central" id="{f230a862-d53a-6c76-a46e-436c1b41a7af}">
          <p14:sldIdLst>
            <p14:sldId id="263"/>
            <p14:sldId id="264"/>
            <p14:sldId id="265"/>
          </p14:sldIdLst>
        </p14:section>
        <p14:section name="7–8 · Qué cambiamos" id="{eaf90372-ad5e-5298-bfc8-2672eb0cf58e}">
          <p14:sldIdLst>
            <p14:sldId id="266"/>
            <p14:sldId id="267"/>
          </p14:sldIdLst>
        </p14:section>
        <p14:section name="9 · Delivery Method" id="{72c5dcb5-e7c6-557d-0a72-afb6d1593170}">
          <p14:sldIdLst>
            <p14:sldId id="268"/>
            <p14:sldId id="269"/>
            <p14:sldId id="270"/>
            <p14:sldId id="271"/>
          </p14:sldIdLst>
        </p14:section>
        <p14:section name="10–11 · Cierre y CTA" id="{804ee80b-c1cd-1649-0522-db0333d3ea76}">
          <p14:sldIdLst>
            <p14:sldId id="272"/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C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217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chemeClr val="bg2"/>
                </a:solidFill>
              </a:rPr>
              <a:t>BREAKING BARRIERS AT WORK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BREAKING BARRIERS AT WORK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5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mostrar en inglés a la profesional que </a:t>
            </a:r>
            <a:pPr indent="0" marL="0">
              <a:lnSpc>
                <a:spcPct val="105000"/>
              </a:lnSpc>
              <a:buNone/>
            </a:pPr>
            <a:r>
              <a:rPr lang="en-US" sz="5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 sos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2976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Sin sumar más años de clases ni memorizar guiones.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1 · OPENING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“¿Cómo puede ser que ahora sí me salga, si yo sabía lo que quería decir?”</a:t>
            </a:r>
            <a:endParaRPr lang="en-US" sz="4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2 · PARA QUIÉN ES ESTE VIDEO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Quizás profesionalmente </a:t>
            </a:r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 estás preparada.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8404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Lo que falta es que eso también se vea cuando hablás en inglés.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3 · LO VEO TODO EL TIEMPO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“Not perfect, but the message was delivered.”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Gaby</a:t>
            </a:r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 · Senior Manager de IT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3 · LO VEO TODO EL TIEMPO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“Ya no pienso tanto al querer transmitir una idea, simplemente confío y la menciono.”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Virginia</a:t>
            </a:r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 · Líder de equipo de QA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3 · LO VEO TODO EL TIEMPO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“My participation wasn't the best, but it was the first one.”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Alumna AT WORK</a:t>
            </a:r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 · Primera reunión con el equipo global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3 · LO VEO TODO EL TIEMPO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Primera entrevista en inglés.</a:t>
            </a:r>
            <a:endParaRPr lang="en-US" sz="5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Tesla.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6576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Pudo dar su punto de vista sintiéndose cómoda y segura.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389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Moni</a:t>
            </a:r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 · Recursos Humanos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4 · EL OBJETIVO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920240"/>
            <a:ext cx="10698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Clear,</a:t>
            </a:r>
            <a:endParaRPr lang="en-US" sz="88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native.</a:t>
            </a:r>
            <a:endParaRPr lang="en-US" sz="8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5 · LA DIFERENCIA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Saber inglés y </a:t>
            </a:r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tenerlo disponible</a:t>
            </a:r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no son lo mismo</a:t>
            </a:r>
            <a:endParaRPr lang="en-US" sz="5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6 · A MÍ TAMBIÉN ME PASÓ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era solo el inglés.</a:t>
            </a:r>
            <a:endParaRPr lang="en-US" sz="5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Era la relación con el inglés.</a:t>
            </a:r>
            <a:endParaRPr lang="en-US" sz="5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7 · QUÉ EMPEZAMOS A CAMBIAR</a:t>
            </a:r>
            <a:endParaRPr lang="en-US" sz="1600" dirty="0"/>
          </a:p>
        </p:txBody>
      </p:sp>
      <p:sp>
        <p:nvSpPr>
          <p:cNvPr id="3" name="card1"/>
          <p:cNvSpPr/>
          <p:nvPr/>
        </p:nvSpPr>
        <p:spPr>
          <a:xfrm>
            <a:off x="731520" y="2011680"/>
            <a:ext cx="3291840" cy="329184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2331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</a:rPr>
              <a:t>01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7432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Entrenar con tu realidad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8404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Tu presentación, tu reunión, tu entrevista.</a:t>
            </a:r>
            <a:endParaRPr lang="en-US" sz="1700" dirty="0"/>
          </a:p>
        </p:txBody>
      </p:sp>
      <p:sp>
        <p:nvSpPr>
          <p:cNvPr id="7" name="card2"/>
          <p:cNvSpPr/>
          <p:nvPr/>
        </p:nvSpPr>
        <p:spPr>
          <a:xfrm>
            <a:off x="4434840" y="2011680"/>
            <a:ext cx="3291840" cy="329184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2331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</a:rPr>
              <a:t>02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27432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Salir del modo examen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38404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Primero el mensaje. Después refinamos el inglés.</a:t>
            </a:r>
            <a:endParaRPr lang="en-US" sz="1700" dirty="0"/>
          </a:p>
        </p:txBody>
      </p:sp>
      <p:sp>
        <p:nvSpPr>
          <p:cNvPr id="11" name="card3"/>
          <p:cNvSpPr/>
          <p:nvPr/>
        </p:nvSpPr>
        <p:spPr>
          <a:xfrm>
            <a:off x="8138160" y="2011680"/>
            <a:ext cx="3291840" cy="329184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03920" y="2331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</a:rPr>
              <a:t>03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27432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segundo intento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8503920" y="38404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Lo decís, miramos qué pasó y lo volvés a hacer.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8 · PRIMERO HAY QUE DETECTAR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alcanza con practicar más.</a:t>
            </a:r>
            <a:endParaRPr lang="en-US" sz="5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Hay que saber qué practicar.</a:t>
            </a:r>
            <a:endParaRPr lang="en-US" sz="5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9 · EL DELIVERY METHOD™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10312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6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Usar primero,</a:t>
            </a:r>
            <a:endParaRPr lang="en-US" sz="6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6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aprender después.</a:t>
            </a:r>
            <a:endParaRPr lang="en-US" sz="6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9 · EL DELIVERY METHOD™</a:t>
            </a:r>
            <a:endParaRPr lang="en-US" sz="1600" dirty="0"/>
          </a:p>
        </p:txBody>
      </p:sp>
      <p:sp>
        <p:nvSpPr>
          <p:cNvPr id="3" name="paso1"/>
          <p:cNvSpPr/>
          <p:nvPr/>
        </p:nvSpPr>
        <p:spPr>
          <a:xfrm>
            <a:off x="731520" y="2377440"/>
            <a:ext cx="2286000" cy="16459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377440"/>
            <a:ext cx="2286000" cy="16459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Producir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3017520" y="2377440"/>
            <a:ext cx="521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accent1"/>
                </a:solidFill>
              </a:rPr>
              <a:t>→</a:t>
            </a:r>
            <a:endParaRPr lang="en-US" sz="3000" dirty="0"/>
          </a:p>
        </p:txBody>
      </p:sp>
      <p:sp>
        <p:nvSpPr>
          <p:cNvPr id="6" name="paso2"/>
          <p:cNvSpPr/>
          <p:nvPr/>
        </p:nvSpPr>
        <p:spPr>
          <a:xfrm>
            <a:off x="3538728" y="2377440"/>
            <a:ext cx="2286000" cy="16459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38728" y="2377440"/>
            <a:ext cx="2286000" cy="16459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Detectar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5824728" y="2377440"/>
            <a:ext cx="521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accent1"/>
                </a:solidFill>
              </a:rPr>
              <a:t>→</a:t>
            </a:r>
            <a:endParaRPr lang="en-US" sz="3000" dirty="0"/>
          </a:p>
        </p:txBody>
      </p:sp>
      <p:sp>
        <p:nvSpPr>
          <p:cNvPr id="9" name="paso3"/>
          <p:cNvSpPr/>
          <p:nvPr/>
        </p:nvSpPr>
        <p:spPr>
          <a:xfrm>
            <a:off x="6345936" y="2377440"/>
            <a:ext cx="2286000" cy="16459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45936" y="2377440"/>
            <a:ext cx="2286000" cy="16459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Corregir y refinar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631936" y="2377440"/>
            <a:ext cx="521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accent1"/>
                </a:solidFill>
              </a:rPr>
              <a:t>→</a:t>
            </a:r>
            <a:endParaRPr lang="en-US" sz="3000" dirty="0"/>
          </a:p>
        </p:txBody>
      </p:sp>
      <p:sp>
        <p:nvSpPr>
          <p:cNvPr id="12" name="paso4"/>
          <p:cNvSpPr/>
          <p:nvPr/>
        </p:nvSpPr>
        <p:spPr>
          <a:xfrm>
            <a:off x="9153144" y="2377440"/>
            <a:ext cx="2286000" cy="16459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53144" y="2377440"/>
            <a:ext cx="2286000" cy="16459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Aplicar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9 · ¿QUÉ SE ROMPIÓ?</a:t>
            </a:r>
            <a:endParaRPr lang="en-US" sz="1600" dirty="0"/>
          </a:p>
        </p:txBody>
      </p:sp>
      <p:sp>
        <p:nvSpPr>
          <p:cNvPr id="3" name="card1"/>
          <p:cNvSpPr/>
          <p:nvPr/>
        </p:nvSpPr>
        <p:spPr>
          <a:xfrm>
            <a:off x="731520" y="2011680"/>
            <a:ext cx="3291840" cy="329184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23774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347472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El mensaje. No sabés cuál es la idea principal o cómo ordenarla.</a:t>
            </a:r>
            <a:endParaRPr lang="en-US" sz="1700" dirty="0"/>
          </a:p>
        </p:txBody>
      </p:sp>
      <p:sp>
        <p:nvSpPr>
          <p:cNvPr id="6" name="card2"/>
          <p:cNvSpPr/>
          <p:nvPr/>
        </p:nvSpPr>
        <p:spPr>
          <a:xfrm>
            <a:off x="4434840" y="2011680"/>
            <a:ext cx="3291840" cy="329184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23774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347472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El idioma. Estructura, vocabulario, pronunciación o listening.</a:t>
            </a:r>
            <a:endParaRPr lang="en-US" sz="1700" dirty="0"/>
          </a:p>
        </p:txBody>
      </p:sp>
      <p:sp>
        <p:nvSpPr>
          <p:cNvPr id="9" name="card3"/>
          <p:cNvSpPr/>
          <p:nvPr/>
        </p:nvSpPr>
        <p:spPr>
          <a:xfrm>
            <a:off x="8138160" y="2011680"/>
            <a:ext cx="3291840" cy="329184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03920" y="23774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347472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Desde dónde hablás. Sabés qué decir, tenés el inglés… y no hablás.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9 · LA PREGUNTA CLAVE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28600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“¿No me sale, o no me animo?”</a:t>
            </a:r>
            <a:endParaRPr lang="en-US" sz="6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10 · CÓMO TRABAJAMOS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WORK no es un curso más de inglés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47472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Una metodología propia: tu material real, un diagnóstico de qué se rompe en tu caso y acompañamiento para que al final puedas detectarlo y entrenarlo vos sola.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11 · CIERRE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Quizás profesionalmente ya lo estás.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falta es poder mostrarlo en inglés.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11 · ¿ES PARA VOS?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bg2"/>
                </a:solidFill>
              </a:rPr>
              <a:t>ES PARA VOS SI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51760"/>
            <a:ext cx="5120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400" dirty="0">
                <a:solidFill>
                  <a:schemeClr val="bg1"/>
                </a:solidFill>
              </a:rPr>
              <a:t>✓  Tenés un nivel intermedio o intermedio alto</a:t>
            </a:r>
            <a:endParaRPr lang="en-US" sz="2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400" dirty="0">
                <a:solidFill>
                  <a:schemeClr val="bg1"/>
                </a:solidFill>
              </a:rPr>
              <a:t>✓  Ya trabajás en inglés</a:t>
            </a:r>
            <a:endParaRPr lang="en-US" sz="2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400" dirty="0">
                <a:solidFill>
                  <a:schemeClr val="bg1"/>
                </a:solidFill>
              </a:rPr>
              <a:t>✓  O estás preparando una entrevista en inglés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20116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bg2"/>
                </a:solidFill>
              </a:rPr>
              <a:t>NO ES PARA VOS SI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2651760"/>
            <a:ext cx="5120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400" dirty="0">
                <a:solidFill>
                  <a:schemeClr val="bg2"/>
                </a:solidFill>
              </a:rPr>
              <a:t>✕  Empezás desde cero</a:t>
            </a:r>
            <a:endParaRPr lang="en-US" sz="2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400" dirty="0">
                <a:solidFill>
                  <a:schemeClr val="bg2"/>
                </a:solidFill>
              </a:rPr>
              <a:t>✕  Querés preparar un examen</a:t>
            </a:r>
            <a:endParaRPr lang="en-US" sz="2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400" dirty="0">
                <a:solidFill>
                  <a:schemeClr val="bg2"/>
                </a:solidFill>
              </a:rPr>
              <a:t>✕  Buscás memorizar respuestas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11 · CUPOS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Hasta </a:t>
            </a:r>
            <a:pPr algn="ctr" indent="0" marL="0">
              <a:buNone/>
            </a:pPr>
            <a:r>
              <a:rPr lang="en-US" sz="9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36576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alumnas activas al mismo tiempo. Cada proceso se arma con el material real de cada una.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ESCRIBIME POR MENSAJE DIRECTO EN INSTAGRAM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spc="6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</a:t>
            </a:r>
            <a:endParaRPr lang="en-US" sz="1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chemeClr val="bg1"/>
                </a:solidFill>
              </a:rPr>
              <a:t>@breakingbarriers.atwork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reaking Barriers AT WORK">
  <a:themeElements>
    <a:clrScheme name="Breaking Barriers AT WORK">
      <a:dk1>
        <a:srgbClr val="1C1A19"/>
      </a:dk1>
      <a:lt1>
        <a:srgbClr val="F3EADB"/>
      </a:lt1>
      <a:dk2>
        <a:srgbClr val="262321"/>
      </a:dk2>
      <a:lt2>
        <a:srgbClr val="BDB3A3"/>
      </a:lt2>
      <a:accent1>
        <a:srgbClr val="D9A46B"/>
      </a:accent1>
      <a:accent2>
        <a:srgbClr val="8C6A48"/>
      </a:accent2>
      <a:accent3>
        <a:srgbClr val="3A3531"/>
      </a:accent3>
      <a:accent4>
        <a:srgbClr val="F3EADB"/>
      </a:accent4>
      <a:accent5>
        <a:srgbClr val="BDB3A3"/>
      </a:accent5>
      <a:accent6>
        <a:srgbClr val="D9A46B"/>
      </a:accent6>
      <a:hlink>
        <a:srgbClr val="D9A46B"/>
      </a:hlink>
      <a:folHlink>
        <a:srgbClr val="BDB3A3"/>
      </a:folHlink>
    </a:clrScheme>
    <a:fontScheme name="Breaking Barriers AT WOR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Placas VSL AT WORK</dc:title>
  <dc:subject>PptxGenJS Presentation</dc:subject>
  <dc:creator>Florencia Pérsico</dc:creator>
  <cp:lastModifiedBy>Florencia Pérsico</cp:lastModifiedBy>
  <cp:revision>1</cp:revision>
  <dcterms:created xsi:type="dcterms:W3CDTF">2026-10-20T21:29:58Z</dcterms:created>
  <dcterms:modified xsi:type="dcterms:W3CDTF">2026-10-20T21:29:58Z</dcterms:modified>
</cp:coreProperties>
</file>