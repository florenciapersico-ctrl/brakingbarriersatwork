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Terminas una reunión con el cliente y tu manager te pregunta: "So, what did they say?"</a:t>
            </a:r>
          </a:p>
          <a:p>
            <a:r>
              <a:t>Y ahí aparece la frase: "He said me that they are not happy."</a:t>
            </a:r>
          </a:p>
          <a:p>
            <a:r>
              <a:t>Se entiende. Pero suena a traducción, y en ese momento lo que importa es que tu manager escuche el mensaje, no el error.</a:t>
            </a:r>
          </a:p>
          <a:p>
            <a:r>
              <a:t>En el trabajo contamos todo el tiempo lo que dijo otra persona: en un update, en un mail, en una reunión de equipo. A eso se le llama reported speech.</a:t>
            </a:r>
          </a:p>
          <a:p>
            <a:r>
              <a:t>En esta clase vas a aprender a contar lo que se dijo con claridad: say y tell, cuándo cambia el tiempo verbal y cuándo no, cómo se reporta una pregunta, y los verbos que vas a usar en el trabajo para no repetir said todo el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Empecemos por el error más frecuente.</a:t>
            </a:r>
          </a:p>
          <a:p>
            <a:r>
              <a:t>"He said me that the client is unhappy."</a:t>
            </a:r>
          </a:p>
          <a:p>
            <a:r>
              <a:t>En español decimos "me dijo", entonces traducimos "said me". Pero en inglés say no lleva a la persona directamente después.</a:t>
            </a:r>
          </a:p>
          <a:p>
            <a:r>
              <a:t>Tienes dos opciones correctas: "He told me the client is unhappy" o "He said the client is unhappy".</a:t>
            </a:r>
          </a:p>
          <a:p>
            <a:r>
              <a:t>Y fíjate que that está entre paréntesis: en el inglés del trabajo, sobre todo hablando, normalmente se omite.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regla práctica es esta: say se enfoca en lo que se dijo. Tell se enfoca en a quién se le dijo.</a:t>
            </a:r>
          </a:p>
          <a:p>
            <a:r>
              <a:t>"She said the budget was approved."</a:t>
            </a:r>
          </a:p>
          <a:p>
            <a:r>
              <a:t>"She told us the budget was approved."</a:t>
            </a:r>
          </a:p>
          <a:p>
            <a:r>
              <a:t>Si nombras a la persona, normalmente usas tell. Si no la nombras, say.</a:t>
            </a:r>
          </a:p>
          <a:p>
            <a:r>
              <a:t>Hay expresiones fijas con tell que no siguen esto, como tell the truth o tell a story, pero para contar lo que pasó en una reunión, con esta regla resuelves casi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Seguramente aprendiste que en reported speech el verbo siempre "va un tiempo para atrás". Es una estructura muy frecuente, pero no es obligatoria.</a:t>
            </a:r>
          </a:p>
          <a:p>
            <a:r>
              <a:t>Si lo que se dijo fue algo de ese momento, normalmente retrocede: "I'm working on it" pasa a "She said she was working on it".</a:t>
            </a:r>
          </a:p>
          <a:p>
            <a:r>
              <a:t>Pero si sigue siendo verdad cuando lo cuentas, puedes dejar el presente: "She said the deadline is Friday". El deadline sigue siendo el viernes.</a:t>
            </a:r>
          </a:p>
          <a:p>
            <a:r>
              <a:t>Las dos versiones son correctas. Con el presente le dices a la otra persona: esto sigue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decides retroceder, estos son los cambios que más vas a usar.</a:t>
            </a:r>
          </a:p>
          <a:p>
            <a:r>
              <a:t>El presente pasa a pasado: "We need more time", "They said they needed more time".</a:t>
            </a:r>
          </a:p>
          <a:p>
            <a:r>
              <a:t>Will pasa a would: "I'll send it tomorrow", "He said he would send it". Y fíjate que tomorrow puede cambiar a the next day si ya no es mañana.</a:t>
            </a:r>
          </a:p>
          <a:p>
            <a:r>
              <a:t>Can pasa a could.</a:t>
            </a:r>
          </a:p>
          <a:p>
            <a:r>
              <a:t>Y el pasado, hablando, muchas veces queda igual: "They said they fixed it". Had fixed también es correcto, y lo vas a ver más por escrito.</a:t>
            </a:r>
          </a:p>
          <a:p>
            <a:r>
              <a:t>No hace falta memorizar una tabla: piensa en el momento del que estás hablando.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Ahora, las preguntas. Acá aparece otro error muy común:</a:t>
            </a:r>
          </a:p>
          <a:p>
            <a:r>
              <a:t>"She asked me what did I think."</a:t>
            </a:r>
          </a:p>
          <a:p>
            <a:r>
              <a:t>Cuando reportas una pregunta, ya no es una pregunta. Entonces va en orden de frase normal: sujeto y después verbo, y sin do ni did.</a:t>
            </a:r>
          </a:p>
          <a:p>
            <a:r>
              <a:t>"She asked me what I thought."</a:t>
            </a:r>
          </a:p>
          <a:p>
            <a:r>
              <a:t>Y si la pregunta original se responde con sí o no, usas if o whether: "Are you available on Monday?" pasa a "He asked if I was available on Monday".</a:t>
            </a:r>
          </a:p>
          <a:p>
            <a:r>
              <a:t>Whether suena un poco más formal, y se usa mucho en 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 te toca a ti.</a:t>
            </a:r>
          </a:p>
          <a:p>
            <a:r>
              <a:t>Tienes cuatro frases. Pausa el video y conviértelas en reported speech, en voz alta o por escrito.</a:t>
            </a:r>
          </a:p>
          <a:p>
            <a:r>
              <a:t>Pause the video. Try it yourself. Then press play to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Veamos.</a:t>
            </a:r>
          </a:p>
          <a:p>
            <a:r>
              <a:t>Uno: "The client said they would send the report the next day." Si todavía no pasó mañana, también puedes decir "they will send the report tomorrow".</a:t>
            </a:r>
          </a:p>
          <a:p>
            <a:r>
              <a:t>Dos: "My manager asked if I could join the call." Sin do, sin signo de pregunta.</a:t>
            </a:r>
          </a:p>
          <a:p>
            <a:r>
              <a:t>Tres: "She asked me if I had reviewed the budget", o hablando, "if I reviewed the budget".</a:t>
            </a:r>
          </a:p>
          <a:p>
            <a:r>
              <a:t>Cuatro: "He told us he wasn't convinced." Tell, con la persona.</a:t>
            </a:r>
          </a:p>
          <a:p>
            <a:r>
              <a:t>Si te equivocaste en alguna, anótala: es justo lo que vas a revisar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en un update repites said, said, said, se pierde el matiz. Los verbos de reporte dicen qué hizo la otra persona con sus palabras.</a:t>
            </a:r>
          </a:p>
          <a:p>
            <a:r>
              <a:t>Mention, explain, confirm y point out van con una frase: "They confirmed the launch is on track."</a:t>
            </a:r>
          </a:p>
          <a:p>
            <a:r>
              <a:t>Ask, remind y tell, cuando son pedidos, van con la persona y to más verbo: "She asked us to send a weekly update."</a:t>
            </a:r>
          </a:p>
          <a:p>
            <a:r>
              <a:t>Y suggest tiene su propio patrón: "I suggested having a call" o "I suggested we have a call". Lo que normalmente no se usa es "suggested us to".</a:t>
            </a:r>
          </a:p>
          <a:p>
            <a:r>
              <a:t>Con estos verbos ya no solo cuentas lo que se dijo: cuentas qué se decidió.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Así se ve todo junto, en un update real.</a:t>
            </a:r>
          </a:p>
          <a:p>
            <a:r>
              <a:t>"I spoke to the client this morning. They confirmed the launch is still on track, but they mentioned they need the final numbers by Thursday. They asked us to send a short update every Monday, and I suggested having a quick call next week."</a:t>
            </a:r>
          </a:p>
          <a:p>
            <a:r>
              <a:t>Fíjate: el launch y el jueves siguen vigentes, por eso quedan en presente. Hay un verbo distinto para cada cosa: confirmed, mentioned, asked, suggested. Y ni un solo said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Ahora, a tu trabajo.</a:t>
            </a:r>
          </a:p>
          <a:p>
            <a:r>
              <a:t>Apply it: piensa en una reunión real de esta semana y escribe tres frases contando qué se dijo y qué se decidió. Usa al menos dos verbos distintos de said.</a:t>
            </a:r>
          </a:p>
          <a:p>
            <a:r>
              <a:t>Practice it: dilas en voz alta, o abre el coach de Role Play y cuéntaselo como si fuera tu manager.</a:t>
            </a:r>
          </a:p>
          <a:p>
            <a:r>
              <a:t>Review it: haz un segundo intento y revisa tu Personal Error Radar con tres preguntas: ¿usé say y tell bien?, ¿las preguntas quedaron en orden de frase?, ¿el tiempo verbal tiene sentido para lo que sigue vigente?</a:t>
            </a:r>
          </a:p>
          <a:p>
            <a:r>
              <a:t>Y la próxima vez que alguien te pregunte "So, what did they say?", ya sabes cómo contarlo.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1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1463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C68C6C"/>
                </a:solidFill>
                <a:latin typeface="Arial"/>
              </a:rPr>
              <a:t>BREAKING BARRIERS AT WORK · MÓDULO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0116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6000" b="1">
                <a:solidFill>
                  <a:srgbClr val="F9F5EE"/>
                </a:solidFill>
                <a:latin typeface="Georgia"/>
              </a:rPr>
              <a:t>Reported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356616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C68C6C"/>
                </a:solidFill>
                <a:latin typeface="Georgia"/>
              </a:rPr>
              <a:t>Contar lo que se dijo.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C68C6C"/>
                </a:solidFill>
                <a:latin typeface="Georgia"/>
              </a:rPr>
              <a:t>Sin perder el mensaje.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01 ·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He said me that…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✗ ASÍ NO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He said me that the client is unhappy.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✓ ASÍ SÍ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He told me (that) the client is unhappy.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He said (that) the client is unhappy.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02 · SAY / TELL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Say something.</a:t>
            </a:r>
          </a:p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Tell someone.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SAY + LO QUE SE DIJO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She said (that) the budget was approved.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TELL + PERSONA + LO QUE SE DIJO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She told us (that) the budget was approved.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✗ EVITA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She said us… · She told that…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7B6A58"/>
                </a:solidFill>
                <a:latin typeface="Georgia"/>
              </a:rPr>
              <a:t>Si dices a quién, normalmente es tell.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03 · ¿CAMBIA EL TIEMPO VERBAL?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Depende de si sigue siendo verdad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FUE ALGO DE ESE MOMENTO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"I'm working on it." → She said she was working on it.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SIGUE SIENDO VERDAD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"The deadline is Friday." → She said the deadline is Friday.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She said the deadline was Friday. (también correcto)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04 · LOS CAMBIOS MÁS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Cuando retrocedes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PRESENTE → PASADO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"We need more time." → They said they needed more time.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WILL → WOULD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"I'll send it tomorrow." → He said he would send it the next day.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CAN → COULD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"We can't join." → They said they couldn't join.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PASADO → PASADO (O HAD + PARTICIPIO)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"We fixed it." → They said they fixed it / had fixed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05 ·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La pregunta ya no es 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✗ ASÍ NO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She asked me what did I think.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✓ ASÍ SÍ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She asked me what I thought.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SÍ / NO → IF O WHETHER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"Are you available on Monday?" → He asked if I was available on Monday.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06 · PAUSA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Pause the video.</a:t>
            </a:r>
          </a:p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Try it yourself.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1 · "We'll send the report tomorrow." → The client said…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2 · "Can you join the call?" → My manager asked…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3 · "Did you review the budget?" → She asked me…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4 · "I'm not convinced." → He told…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7B6A58"/>
                </a:solidFill>
                <a:latin typeface="Georgia"/>
              </a:rPr>
              <a:t>Then press play to compare.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07 ·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Compara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1 · The client said they would send the report the next day.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2 · My manager asked if I could join the call.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3 · She asked me if I had reviewed the budget. / …if I reviewed the budget.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4 · He told us he wasn't convinced.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08 · VERBOS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Más allá de said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+ (THAT) + FRASE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mention · explain · confirm · point out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They confirmed (that) the launch is on track.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+ ALGUIEN + TO + VERBO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ask · remind · tell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She asked us to send a weekly update.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SUGGEST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I suggested having a call. / I suggested (that) we have a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09 · APLÍCALO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Cuéntale la reunión a tu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I spoke to the client this morning.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They confirmed the launch is still on track, but they mentioned they need the final numbers by Thursday.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They asked us to send a short update every Monday, and I suggested having a quick call next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895325"/>
                </a:solidFill>
                <a:latin typeface="Arial"/>
              </a:rPr>
              <a:t>10 · TU TURNO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3F1E0D"/>
                </a:solidFill>
                <a:latin typeface="Georgia"/>
              </a:rPr>
              <a:t>Apply it · Practice it · Review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APPLY 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Escribe tres frases contando una reunión real de esta semana.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PRACTICE 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Dilas en voz alta, o en el coach de Role Play como si se lo contaras a tu manager.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95325"/>
                </a:solidFill>
                <a:latin typeface="Arial"/>
              </a:rPr>
              <a:t>REVIEW 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F1E0D"/>
                </a:solidFill>
                <a:latin typeface="Georgia"/>
              </a:rPr>
              <a:t>Retry y Personal Error Radar: say / tell · orden de la pregunta · tiempo verbal.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